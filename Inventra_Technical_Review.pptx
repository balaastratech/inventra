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2860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Inventra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375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Stockout Resolution System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narrow-scope LLM agents hand a case to each other through a LangGraph state machine. A human approves once. Every database write happens in code the agents never touch.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212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715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5212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5715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nodes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5212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5715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scenarios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5212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26/26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5715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Design Challenge · 30 August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 stockouts without a human babysitting every SKU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case (one SKU at one warehouse), the system must: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current stock, sales velocity, and risk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 grounded, policy-eligible vendor option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replenishment proposal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policy compliance — budget, reliability, timing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for a named human's approval, with full context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Revalidate after approval — facts may have changed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purchase — safely, idempotently, once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949440" y="1691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ENDS IN EXACTLY ONE OF FOUR STATES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949440" y="2057400"/>
            <a:ext cx="4663440" cy="932688"/>
          </a:xfrm>
          <a:prstGeom prst="roundRect">
            <a:avLst>
              <a:gd name="adj" fmla="val 7843"/>
            </a:avLst>
          </a:prstGeom>
          <a:solidFill>
            <a:srgbClr val="EAEDF2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78040" y="2167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NO_ACTION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24597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healthy — nothing to 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49440" y="3136392"/>
            <a:ext cx="4663440" cy="932688"/>
          </a:xfrm>
          <a:prstGeom prst="roundRect">
            <a:avLst>
              <a:gd name="adj" fmla="val 7843"/>
            </a:avLst>
          </a:prstGeom>
          <a:solidFill>
            <a:srgbClr val="E3ECF7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178040" y="3246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NEEDS_INFORMATION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5387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Something's missing or unclear — ask, don't guess.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4215384"/>
            <a:ext cx="4663440" cy="932688"/>
          </a:xfrm>
          <a:prstGeom prst="roundRect">
            <a:avLst>
              <a:gd name="adj" fmla="val 7843"/>
            </a:avLst>
          </a:prstGeom>
          <a:solidFill>
            <a:srgbClr val="F7E7E5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178040" y="43251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4617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failed: stale data, no vendor, over budget, human said no.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5294376"/>
            <a:ext cx="4663440" cy="932688"/>
          </a:xfrm>
          <a:prstGeom prst="roundRect">
            <a:avLst>
              <a:gd name="adj" fmla="val 7843"/>
            </a:avLst>
          </a:prstGeom>
          <a:solidFill>
            <a:srgbClr val="E5F1EC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178040" y="54041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PURCHASE_REQUEST_CREATED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56967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passed and a named person approved it.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DESIGN PRINCIPLE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for judgment calls, not for data fetches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caps the system at 2–4 agents — more agents earn no extra credit. The instinct to decompose to the lowest level was correct; the unit of decomposition was the problem.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EAEDF2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606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→ NODES &amp; TOOLS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stock, sales, risk math, vendor offers, vendor performance, option-building, budget — each is one indexed read or one pure calculation. No ambiguity to resolve, so no LLM.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2423160"/>
            <a:ext cx="5532120" cy="1737360"/>
          </a:xfrm>
          <a:prstGeom prst="roundRect">
            <a:avLst>
              <a:gd name="adj" fmla="val 4211"/>
            </a:avLst>
          </a:prstGeom>
          <a:solidFill>
            <a:srgbClr val="E5F1EC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355080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COARSE-GRAINED → 3 AGENTS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92608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per judgment call a human planner would actually push back on — not per data-fetch step. Each must answer: why does this need a model instead of ordinary code?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645152"/>
            <a:ext cx="384048" cy="384048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6451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Investigator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1663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sales-velocity window to trust when the 7-day and 30-day figures disagree.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44348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4645152"/>
            <a:ext cx="384048" cy="384048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1772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46451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51663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vs. speed vs. stockout-risk buffer — is the price gap worth the margin it buys?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0" y="44348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58200" y="4645152"/>
            <a:ext cx="384048" cy="384048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5820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0" y="46451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/ Proposal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458200" y="51663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evidence bundle satisfy policy — hard block, or a labelled exception?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case, one path to a database write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3A4A63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39696" y="2318004"/>
            <a:ext cx="219456" cy="164592"/>
          </a:xfrm>
          <a:prstGeom prst="rightArrow">
            <a:avLst/>
          </a:prstGeom>
          <a:solidFill>
            <a:srgbClr val="5B6B84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196596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1F7A5C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377440" y="196596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68496" y="2318004"/>
            <a:ext cx="219456" cy="164592"/>
          </a:xfrm>
          <a:prstGeom prst="rightArrow">
            <a:avLst/>
          </a:prstGeom>
          <a:solidFill>
            <a:srgbClr val="5B6B84"/>
          </a:solidFill>
          <a:ln/>
        </p:spPr>
      </p:sp>
      <p:sp>
        <p:nvSpPr>
          <p:cNvPr id="10" name="Shape 8"/>
          <p:cNvSpPr/>
          <p:nvPr/>
        </p:nvSpPr>
        <p:spPr>
          <a:xfrm>
            <a:off x="4206240" y="196596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1F7A5C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206240" y="196596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97296" y="2318004"/>
            <a:ext cx="219456" cy="164592"/>
          </a:xfrm>
          <a:prstGeom prst="rightArrow">
            <a:avLst/>
          </a:prstGeom>
          <a:solidFill>
            <a:srgbClr val="5B6B84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196596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1F7A5C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035040" y="196596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26096" y="2318004"/>
            <a:ext cx="219456" cy="164592"/>
          </a:xfrm>
          <a:prstGeom prst="rightArrow">
            <a:avLst/>
          </a:prstGeom>
          <a:solidFill>
            <a:srgbClr val="5B6B84"/>
          </a:solidFill>
          <a:ln/>
        </p:spPr>
      </p:sp>
      <p:sp>
        <p:nvSpPr>
          <p:cNvPr id="16" name="Shape 14"/>
          <p:cNvSpPr/>
          <p:nvPr/>
        </p:nvSpPr>
        <p:spPr>
          <a:xfrm>
            <a:off x="7863840" y="196596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C97A22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863840" y="196596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54896" y="2318004"/>
            <a:ext cx="219456" cy="164592"/>
          </a:xfrm>
          <a:prstGeom prst="rightArrow">
            <a:avLst/>
          </a:prstGeom>
          <a:solidFill>
            <a:srgbClr val="5B6B84"/>
          </a:solidFill>
          <a:ln/>
        </p:spPr>
      </p:sp>
      <p:sp>
        <p:nvSpPr>
          <p:cNvPr id="19" name="Shape 17"/>
          <p:cNvSpPr/>
          <p:nvPr/>
        </p:nvSpPr>
        <p:spPr>
          <a:xfrm>
            <a:off x="9692640" y="196596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3A4A63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692640" y="196596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9992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LLM proposes, code decides    ■ deterministic — plain code, no model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LANDS IN EXACTLY ONE TERMINAL STATE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AED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3886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NO_ACTION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51760" y="388620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E3EC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651760" y="38862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NEEDS_INFORMATION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760720" y="38862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7E7E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760720" y="3886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63840" y="388620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E5F1E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863840" y="38862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PURCHASE_REQUEST_CREATED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526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different failure reasons all exit through the same finalize · BLOCKED terminal — only one path in the whole graph reaches PURCHASE_REQUEST_CREATED.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4406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31520" y="5532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60076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nodes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46120" y="54406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3429000" y="5532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3429000" y="60076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an agent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943600" y="54406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126480" y="5532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0" name="Text 38"/>
          <p:cNvSpPr txBox="1"/>
          <p:nvPr/>
        </p:nvSpPr>
        <p:spPr>
          <a:xfrm>
            <a:off x="6126480" y="60076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the whole system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641080" y="54406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8823960" y="5532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26/26</a:t>
            </a:r>
            <a:endParaRPr lang="en-US" sz="2400" dirty="0"/>
          </a:p>
        </p:txBody>
      </p:sp>
      <p:sp>
        <p:nvSpPr>
          <p:cNvPr id="43" name="Text 41"/>
          <p:cNvSpPr txBox="1"/>
          <p:nvPr/>
        </p:nvSpPr>
        <p:spPr>
          <a:xfrm>
            <a:off x="8823960" y="60076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GUARDRAIL PATTERN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narrates. Code decides.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agent's LLM call is bound to the same raw tool evidence as a plain Python function sitting right next to it. The function — not the model — decides the status that leaves the node.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468880" cy="3108960"/>
          </a:xfrm>
          <a:prstGeom prst="roundRect">
            <a:avLst>
              <a:gd name="adj" fmla="val 2963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587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TOOL EVIDENCE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92608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get_product()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77240" y="3493008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get_stock_position()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4059936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get_sales_velocity()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4626864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calculate_stock_risk()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08960" y="3703320"/>
            <a:ext cx="411480" cy="365760"/>
          </a:xfrm>
          <a:prstGeom prst="rightArrow">
            <a:avLst/>
          </a:prstGeom>
          <a:solidFill>
            <a:srgbClr val="5B6B84"/>
          </a:solidFill>
          <a:ln/>
        </p:spPr>
      </p:sp>
      <p:sp>
        <p:nvSpPr>
          <p:cNvPr id="16" name="Shape 14"/>
          <p:cNvSpPr/>
          <p:nvPr/>
        </p:nvSpPr>
        <p:spPr>
          <a:xfrm>
            <a:off x="3611880" y="24231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5F1EC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840480" y="2560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Agent (LLM)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trike="sngStrike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NO_ACTION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31455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discarded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34015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reason: "coverage is…"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36393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kept as prose only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11880" y="40690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EAEDF2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84048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derive_status()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44988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Python, no model call — status: authoritative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269480" y="3566160"/>
            <a:ext cx="411480" cy="365760"/>
          </a:xfrm>
          <a:prstGeom prst="rightArrow">
            <a:avLst/>
          </a:prstGeom>
          <a:solidFill>
            <a:srgbClr val="5B6B84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0" y="2423160"/>
            <a:ext cx="38404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001000" y="2587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InvestigatorOutput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001000" y="29718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← derive_status()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← LLM prose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evidence_ids ← tool calls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064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repeats identically in the Sourcing and Policy/Proposal agents. One repair attempt on invalid output — then fail closed.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CONTRACTS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gets re-typed by an LLM in transit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case_id, sku, and warehouse_id pass through every handoff unchanged. The one substantive object each agent produces is handed to the next agent as a typed tool argument — never re-derived from prose.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697480"/>
            <a:ext cx="365760" cy="365760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2697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2880360" cy="329184"/>
          </a:xfrm>
          <a:prstGeom prst="roundRect">
            <a:avLst>
              <a:gd name="adj" fmla="val 50000"/>
            </a:avLst>
          </a:prstGeom>
          <a:solidFill>
            <a:srgbClr val="E5F1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24612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AT_RISK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49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forward as a typed object: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402336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4023360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risk: StockRisk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634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 as a tool argument, not re-typed: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9377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build_vendor_options(stock_risk=risk)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05072" y="3959352"/>
            <a:ext cx="310896" cy="219456"/>
          </a:xfrm>
          <a:prstGeom prst="rightArrow">
            <a:avLst/>
          </a:prstGeom>
          <a:solidFill>
            <a:srgbClr val="5B6B84"/>
          </a:solidFill>
          <a:ln/>
        </p:spPr>
      </p:sp>
      <p:sp>
        <p:nvSpPr>
          <p:cNvPr id="17" name="Shape 15"/>
          <p:cNvSpPr/>
          <p:nvPr/>
        </p:nvSpPr>
        <p:spPr>
          <a:xfrm>
            <a:off x="4343400" y="246888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697480"/>
            <a:ext cx="365760" cy="365760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056632" y="2697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Sourcing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617720" y="3246120"/>
            <a:ext cx="2880360" cy="329184"/>
          </a:xfrm>
          <a:prstGeom prst="roundRect">
            <a:avLst>
              <a:gd name="adj" fmla="val 50000"/>
            </a:avLst>
          </a:prstGeom>
          <a:solidFill>
            <a:srgbClr val="E5F1E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17720" y="324612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ELIGIBLE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3749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forward as a typed object: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402336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27448" y="4023360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recommendation: VendorRecommendation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46634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 as a tool argument, not re-typed: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49377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draft_replenishment_proposal(recommendation=…)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99832" y="3959352"/>
            <a:ext cx="310896" cy="219456"/>
          </a:xfrm>
          <a:prstGeom prst="rightArrow">
            <a:avLst/>
          </a:prstGeom>
          <a:solidFill>
            <a:srgbClr val="5B6B84"/>
          </a:solidFill>
          <a:ln/>
        </p:spPr>
      </p:sp>
      <p:sp>
        <p:nvSpPr>
          <p:cNvPr id="29" name="Shape 27"/>
          <p:cNvSpPr/>
          <p:nvPr/>
        </p:nvSpPr>
        <p:spPr>
          <a:xfrm>
            <a:off x="8138160" y="246888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2697480"/>
            <a:ext cx="365760" cy="365760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667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851392" y="2697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/ Proposal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412480" y="3246120"/>
            <a:ext cx="2880360" cy="329184"/>
          </a:xfrm>
          <a:prstGeom prst="roundRect">
            <a:avLst>
              <a:gd name="adj" fmla="val 50000"/>
            </a:avLst>
          </a:prstGeom>
          <a:solidFill>
            <a:srgbClr val="E5F1E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412480" y="324612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AWAITING_APPROVAL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412480" y="3749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forward as a typed object: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412480" y="402336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522208" y="4023360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proposal (hash-locked)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412480" y="46634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 as a tool argument, not re-typed: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412480" y="49377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prepare_approval_request(proposal=…)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APPROVAL &amp; EXECUTION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can say no by itself. It can never say yes by itself.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C97A2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947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Durable interrupt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947672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interrupt() pauses the graph, checkpointed under case_id as the LangGraph thread id — the pause survives minutes, days, or a process restart.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C97A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99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Hash-locked proposal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999232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is bound to an exact proposal version and hash. Nothing about cost, vendor, or timing can silently change after a human signs off.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C97A2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507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Revalidate before write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4050792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revalidate() re-checks price, stock, and budget immediately before execute_purchase. A failing check invalidates the approval and loops back to Investigate.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C97A2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1023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Idempotent write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5102352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idempotency_key plus a DB unique constraint means the same approval resumed twice creates exactly one purchase_requests row.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603504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BEE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6035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C5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create_purchase_request is imported directly into graph.py from tools/execution.py — it is never added to any agent's tool list, so no LLM has a way to reach it.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STATUS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26/26 tests passing against the real compiled graph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COVERAGE (SELECTED)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6400800" cy="329184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 stock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5C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Investigator ends the case before Sourcing runs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inventory snapshot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3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derive_status() checks risk.stale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Over-budget proposal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3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node compares cost to budget.remaining in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data changes mid-pause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3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revalidate() fails → routes back to Investigator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approval resume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5C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idempotency_key + DB unique constraint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rejection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3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handle_decision on REJECTED, audit logs approver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86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12-scenario matrix plus 3 failure paths in test_report.md.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269480" y="1737360"/>
            <a:ext cx="4370832" cy="4160520"/>
          </a:xfrm>
          <a:prstGeom prst="roundRect">
            <a:avLst>
              <a:gd name="adj" fmla="val 1758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498080" y="1901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CAUGHT DURING INVESTIGATION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2240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revalidate_approved_proposal() was a stub that always returned true — implemented real revalidation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threshold disagreed 4 ways across the brief, config, policy.md, and code — unified to one constant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revision forked case_id instead of bumping a proposal version — fixed to keep case_id stable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acceptance fixtures didn't actually trigger their scenario as seeded — added fixture rows, never edited provided seed data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NEXT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done, what's open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1329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892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— state, agent output models, config, error enums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skeleton — full graph, all 5 terminal states reachable, zero LLM cost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&amp; execution boundary — interrupt, checkpointer, real revalidation, idempotent write, audit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real agents wired to LLM calls with retry-once-then-fail-closed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99632" y="178308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3A2C1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28232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B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28232" y="2331720"/>
            <a:ext cx="4892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0D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6 — repair-then-fail-closed path for invalid model output not yet wired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0D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selection — decision pending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0D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Over-budget exception handling — decision pending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0D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— design.md, architecture diagram, agent charters, tool-permission matrix, test report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5760720"/>
            <a:ext cx="10908792" cy="685800"/>
          </a:xfrm>
          <a:prstGeom prst="roundRect">
            <a:avLst>
              <a:gd name="adj" fmla="val 10667"/>
            </a:avLst>
          </a:prstGeom>
          <a:solidFill>
            <a:srgbClr val="1425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57607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of the rubric's 100 marks — graph, approval, failure handling, idempotency — are reachable with zero LLM calls, and already proven by the passing test suite.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2026-08-30T12:08:19Z</dcterms:created>
  <dcterms:modified xsi:type="dcterms:W3CDTF">2026-08-30T12:08:19Z</dcterms:modified>
</cp:coreProperties>
</file>